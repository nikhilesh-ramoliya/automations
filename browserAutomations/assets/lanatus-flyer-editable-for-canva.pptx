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753630" cy="975363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__Users_dudha_AppData_Roaming_Cursor_User_workspaceStorage_empty-window_images_ChatGPT_Image_Aug_10__2026__10_59_58_AM-29530015-b2f3-4208-8774-ba8413733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30" cy="9753630"/>
          </a:xfrm>
          <a:prstGeom prst="rect">
            <a:avLst/>
          </a:prstGeom>
        </p:spPr>
      </p:pic>
      <p:sp>
        <p:nvSpPr>
          <p:cNvPr id="3" name="T14_editable"/>
          <p:cNvSpPr/>
          <p:nvPr/>
        </p:nvSpPr>
        <p:spPr>
          <a:xfrm>
            <a:off x="536449" y="4437901"/>
            <a:ext cx="3218698" cy="536449"/>
          </a:xfrm>
          <a:prstGeom prst="roundRect">
            <a:avLst>
              <a:gd name="adj" fmla="val 8000"/>
            </a:avLst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B2A5A"/>
                </a:solidFill>
                <a:latin typeface="Nirmala UI"/>
              </a:rPr>
              <a:t>ડિજિટલ કામોમાં AI કેવી રીતે મદદ કરી શકે તેની તકો શોધી કાઢીએ</a:t>
            </a:r>
          </a:p>
        </p:txBody>
      </p:sp>
      <p:sp>
        <p:nvSpPr>
          <p:cNvPr id="4" name="T17_editable"/>
          <p:cNvSpPr/>
          <p:nvPr/>
        </p:nvSpPr>
        <p:spPr>
          <a:xfrm>
            <a:off x="536449" y="5705873"/>
            <a:ext cx="3218698" cy="536449"/>
          </a:xfrm>
          <a:prstGeom prst="roundRect">
            <a:avLst>
              <a:gd name="adj" fmla="val 8000"/>
            </a:avLst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B2A5A"/>
                </a:solidFill>
                <a:latin typeface="Nirmala UI"/>
              </a:rPr>
              <a:t>સ્પષ્ટ એક્શન પ્લાન અને પ્રાયોરિટી સાથે રોડમેપ આપીએ</a:t>
            </a:r>
          </a:p>
        </p:txBody>
      </p:sp>
      <p:sp>
        <p:nvSpPr>
          <p:cNvPr id="5" name="T21_editable"/>
          <p:cNvSpPr/>
          <p:nvPr/>
        </p:nvSpPr>
        <p:spPr>
          <a:xfrm>
            <a:off x="3901452" y="4437901"/>
            <a:ext cx="2145798" cy="341377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B2A5A"/>
                </a:solidFill>
                <a:latin typeface="Nirmala UI"/>
              </a:rPr>
              <a:t>તમારા બિઝનેસને સમજીએ</a:t>
            </a:r>
          </a:p>
        </p:txBody>
      </p:sp>
      <p:sp>
        <p:nvSpPr>
          <p:cNvPr id="6" name="T29_editable"/>
          <p:cNvSpPr/>
          <p:nvPr/>
        </p:nvSpPr>
        <p:spPr>
          <a:xfrm>
            <a:off x="3901452" y="5900946"/>
            <a:ext cx="2340871" cy="341377"/>
          </a:xfrm>
          <a:prstGeom prst="roundRect">
            <a:avLst>
              <a:gd name="adj" fmla="val 8000"/>
            </a:avLst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A5A"/>
                </a:solidFill>
                <a:latin typeface="Nirmala UI"/>
              </a:rPr>
              <a:t>IMPLEMENT (જે તમે ઈચ્છો છો)</a:t>
            </a:r>
          </a:p>
        </p:txBody>
      </p:sp>
      <p:sp>
        <p:nvSpPr>
          <p:cNvPr id="7" name="T35_editable"/>
          <p:cNvSpPr/>
          <p:nvPr/>
        </p:nvSpPr>
        <p:spPr>
          <a:xfrm>
            <a:off x="780290" y="7607831"/>
            <a:ext cx="4096524" cy="438913"/>
          </a:xfrm>
          <a:prstGeom prst="roundRect">
            <a:avLst>
              <a:gd name="adj" fmla="val 8000"/>
            </a:avLst>
          </a:prstGeom>
          <a:solidFill>
            <a:srgbClr val="0C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Nirmala UI"/>
              </a:rPr>
              <a:t>હમણાં જ તમારું FREE AI કન્સલટેશન બુક કરો!</a:t>
            </a:r>
          </a:p>
        </p:txBody>
      </p:sp>
      <p:sp>
        <p:nvSpPr>
          <p:cNvPr id="8" name="T36_editable"/>
          <p:cNvSpPr/>
          <p:nvPr/>
        </p:nvSpPr>
        <p:spPr>
          <a:xfrm>
            <a:off x="780290" y="8046745"/>
            <a:ext cx="4096524" cy="390145"/>
          </a:xfrm>
          <a:prstGeom prst="roundRect">
            <a:avLst>
              <a:gd name="adj" fmla="val 8000"/>
            </a:avLst>
          </a:prstGeom>
          <a:solidFill>
            <a:srgbClr val="0C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FFFFFF"/>
                </a:solidFill>
                <a:latin typeface="Nirmala UI"/>
              </a:rPr>
              <a:t>30 મિનિટની એક કન્સલટેશન, તમારા બિઝનેસ માટે મોટું પરિવર્તન લાવી શકે છે.</a:t>
            </a:r>
          </a:p>
        </p:txBody>
      </p:sp>
      <p:sp>
        <p:nvSpPr>
          <p:cNvPr id="9" name="T38_editable"/>
          <p:cNvSpPr/>
          <p:nvPr/>
        </p:nvSpPr>
        <p:spPr>
          <a:xfrm>
            <a:off x="7022613" y="7851672"/>
            <a:ext cx="2145798" cy="438913"/>
          </a:xfrm>
          <a:prstGeom prst="roundRect">
            <a:avLst>
              <a:gd name="adj" fmla="val 8000"/>
            </a:avLst>
          </a:prstGeom>
          <a:solidFill>
            <a:srgbClr val="22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irmala UI"/>
              </a:rPr>
              <a:t>હમણાં જ કોલ કરો</a:t>
            </a:r>
          </a:p>
        </p:txBody>
      </p:sp>
      <p:sp>
        <p:nvSpPr>
          <p:cNvPr id="10" name="Headline_editable"/>
          <p:cNvSpPr/>
          <p:nvPr/>
        </p:nvSpPr>
        <p:spPr>
          <a:xfrm>
            <a:off x="1755653" y="780290"/>
            <a:ext cx="5364496" cy="682754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2A5A"/>
                </a:solidFill>
                <a:latin typeface="Nirmala UI"/>
              </a:rPr>
              <a:t>AI થી તમારા બિઝનેસના ડિજિટલ કામ ઓટોમેટ કરો</a:t>
            </a:r>
          </a:p>
        </p:txBody>
      </p:sp>
      <p:sp>
        <p:nvSpPr>
          <p:cNvPr id="11" name="Badge_editable"/>
          <p:cNvSpPr/>
          <p:nvPr/>
        </p:nvSpPr>
        <p:spPr>
          <a:xfrm>
            <a:off x="7607831" y="487681"/>
            <a:ext cx="1755653" cy="1170435"/>
          </a:xfrm>
          <a:prstGeom prst="roundRect">
            <a:avLst>
              <a:gd name="adj" fmla="val 8000"/>
            </a:avLst>
          </a:prstGeom>
          <a:solidFill>
            <a:srgbClr val="0C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2B830"/>
                </a:solidFill>
                <a:latin typeface="Nirmala UI"/>
              </a:rPr>
              <a:t>FREE AI કન્સલટેશન પાવો!</a:t>
            </a:r>
          </a:p>
        </p:txBody>
      </p:sp>
      <p:sp>
        <p:nvSpPr>
          <p:cNvPr id="12" name="Phone_editable"/>
          <p:cNvSpPr/>
          <p:nvPr/>
        </p:nvSpPr>
        <p:spPr>
          <a:xfrm>
            <a:off x="5071887" y="7802904"/>
            <a:ext cx="1755653" cy="390145"/>
          </a:xfrm>
          <a:prstGeom prst="roundRect">
            <a:avLst>
              <a:gd name="adj" fmla="val 8000"/>
            </a:avLst>
          </a:prstGeom>
          <a:solidFill>
            <a:srgbClr val="0C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irmala UI"/>
              </a:rPr>
              <a:t>+91 99795 45851</a:t>
            </a:r>
          </a:p>
        </p:txBody>
      </p:sp>
      <p:sp>
        <p:nvSpPr>
          <p:cNvPr id="13" name="Website_editable"/>
          <p:cNvSpPr/>
          <p:nvPr/>
        </p:nvSpPr>
        <p:spPr>
          <a:xfrm>
            <a:off x="2926089" y="8924571"/>
            <a:ext cx="3901452" cy="341377"/>
          </a:xfrm>
          <a:prstGeom prst="roundRect">
            <a:avLst>
              <a:gd name="adj" fmla="val 8000"/>
            </a:avLst>
          </a:prstGeom>
          <a:solidFill>
            <a:srgbClr val="14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irmala UI"/>
              </a:rPr>
              <a:t>www.lanatussystems.com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6868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2A5A"/>
                </a:solidFill>
                <a:latin typeface="Segoe UI"/>
              </a:rPr>
              <a:t>How to edit this in Canva</a:t>
            </a:r>
          </a:p>
          <a:p>
            <a:r>
              <a:rPr sz="1200" b="0">
                <a:solidFill>
                  <a:srgbClr val="0B2A5A"/>
                </a:solidFill>
                <a:latin typeface="Segoe UI"/>
              </a:rPr>
              <a:t/>
            </a:r>
          </a:p>
          <a:p>
            <a:r>
              <a:rPr sz="1600" b="0">
                <a:solidFill>
                  <a:srgbClr val="0B2A5A"/>
                </a:solidFill>
                <a:latin typeface="Segoe UI"/>
              </a:rPr>
              <a:t>1. Canva → Create a design → Import file (or Projects → Uploads)</a:t>
            </a:r>
          </a:p>
          <a:p>
            <a:r>
              <a:rPr sz="1600" b="0">
                <a:solidFill>
                  <a:srgbClr val="0B2A5A"/>
                </a:solidFill>
                <a:latin typeface="Segoe UI"/>
              </a:rPr>
              <a:t>2. Upload this PPTX and open the imported design</a:t>
            </a:r>
          </a:p>
          <a:p>
            <a:r>
              <a:rPr sz="1600" b="0">
                <a:solidFill>
                  <a:srgbClr val="0B2A5A"/>
                </a:solidFill>
                <a:latin typeface="Segoe UI"/>
              </a:rPr>
              <a:t>3. Click any labeled text box (T14, T17, T21, T29, T35, T36, T38…) and edit</a:t>
            </a:r>
          </a:p>
          <a:p>
            <a:r>
              <a:rPr sz="1600" b="0">
                <a:solidFill>
                  <a:srgbClr val="0B2A5A"/>
                </a:solidFill>
                <a:latin typeface="Segoe UI"/>
              </a:rPr>
              <a:t>4. Nudge boxes so they cleanly cover the old text on the background image</a:t>
            </a:r>
          </a:p>
          <a:p>
            <a:r>
              <a:rPr sz="1600" b="0">
                <a:solidFill>
                  <a:srgbClr val="0B2A5A"/>
                </a:solidFill>
                <a:latin typeface="Segoe UI"/>
              </a:rPr>
              <a:t>5. Export as PNG/PDF when done</a:t>
            </a:r>
          </a:p>
          <a:p>
            <a:r>
              <a:rPr sz="1200" b="0">
                <a:solidFill>
                  <a:srgbClr val="0B2A5A"/>
                </a:solidFill>
                <a:latin typeface="Segoe UI"/>
              </a:rPr>
              <a:t/>
            </a:r>
          </a:p>
          <a:p>
            <a:r>
              <a:rPr sz="1600" b="1">
                <a:solidFill>
                  <a:srgbClr val="0B2A5A"/>
                </a:solidFill>
                <a:latin typeface="Segoe UI"/>
              </a:rPr>
              <a:t>Corrected text already placed on slide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